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B591E-4E8D-41F4-8DC1-46ADF23008D4}" v="23" dt="2026-04-22T11:30:13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ha V" userId="6a5112b695b9aaf1" providerId="LiveId" clId="{840EBCED-6ACD-4880-B975-239C06EF75E6}"/>
    <pc:docChg chg="undo custSel addSld modSld">
      <pc:chgData name="Akshatha V" userId="6a5112b695b9aaf1" providerId="LiveId" clId="{840EBCED-6ACD-4880-B975-239C06EF75E6}" dt="2026-04-22T17:53:23.617" v="325" actId="113"/>
      <pc:docMkLst>
        <pc:docMk/>
      </pc:docMkLst>
      <pc:sldChg chg="modSp mod">
        <pc:chgData name="Akshatha V" userId="6a5112b695b9aaf1" providerId="LiveId" clId="{840EBCED-6ACD-4880-B975-239C06EF75E6}" dt="2026-04-22T06:30:33.569" v="15" actId="113"/>
        <pc:sldMkLst>
          <pc:docMk/>
          <pc:sldMk cId="2129518478" sldId="256"/>
        </pc:sldMkLst>
        <pc:spChg chg="mod">
          <ac:chgData name="Akshatha V" userId="6a5112b695b9aaf1" providerId="LiveId" clId="{840EBCED-6ACD-4880-B975-239C06EF75E6}" dt="2026-04-22T06:30:33.569" v="15" actId="113"/>
          <ac:spMkLst>
            <pc:docMk/>
            <pc:sldMk cId="2129518478" sldId="256"/>
            <ac:spMk id="2" creationId="{A9AD9791-3AE0-BDC2-1E17-F69FC823BEE8}"/>
          </ac:spMkLst>
        </pc:spChg>
        <pc:spChg chg="mod">
          <ac:chgData name="Akshatha V" userId="6a5112b695b9aaf1" providerId="LiveId" clId="{840EBCED-6ACD-4880-B975-239C06EF75E6}" dt="2026-04-22T06:30:30.009" v="14" actId="113"/>
          <ac:spMkLst>
            <pc:docMk/>
            <pc:sldMk cId="2129518478" sldId="256"/>
            <ac:spMk id="3" creationId="{0B8FFD80-2771-5A8E-438D-31C7E81CCDF6}"/>
          </ac:spMkLst>
        </pc:spChg>
        <pc:spChg chg="mod">
          <ac:chgData name="Akshatha V" userId="6a5112b695b9aaf1" providerId="LiveId" clId="{840EBCED-6ACD-4880-B975-239C06EF75E6}" dt="2026-04-22T06:30:26.301" v="13" actId="113"/>
          <ac:spMkLst>
            <pc:docMk/>
            <pc:sldMk cId="2129518478" sldId="256"/>
            <ac:spMk id="4" creationId="{F283ECC6-D9E3-7B15-F69A-6A090A441E14}"/>
          </ac:spMkLst>
        </pc:spChg>
      </pc:sldChg>
      <pc:sldChg chg="modSp new mod">
        <pc:chgData name="Akshatha V" userId="6a5112b695b9aaf1" providerId="LiveId" clId="{840EBCED-6ACD-4880-B975-239C06EF75E6}" dt="2026-04-22T06:30:15.889" v="12" actId="113"/>
        <pc:sldMkLst>
          <pc:docMk/>
          <pc:sldMk cId="3728440337" sldId="257"/>
        </pc:sldMkLst>
        <pc:spChg chg="mod">
          <ac:chgData name="Akshatha V" userId="6a5112b695b9aaf1" providerId="LiveId" clId="{840EBCED-6ACD-4880-B975-239C06EF75E6}" dt="2026-04-22T06:30:15.889" v="12" actId="113"/>
          <ac:spMkLst>
            <pc:docMk/>
            <pc:sldMk cId="3728440337" sldId="257"/>
            <ac:spMk id="2" creationId="{9B4F18D7-695A-1D7C-27D7-5084BBA9CCC3}"/>
          </ac:spMkLst>
        </pc:spChg>
        <pc:spChg chg="mod">
          <ac:chgData name="Akshatha V" userId="6a5112b695b9aaf1" providerId="LiveId" clId="{840EBCED-6ACD-4880-B975-239C06EF75E6}" dt="2026-04-22T06:30:09.954" v="11" actId="113"/>
          <ac:spMkLst>
            <pc:docMk/>
            <pc:sldMk cId="3728440337" sldId="257"/>
            <ac:spMk id="3" creationId="{53C30A08-97A2-E475-E5D9-E79DBF3AA90B}"/>
          </ac:spMkLst>
        </pc:spChg>
      </pc:sldChg>
      <pc:sldChg chg="addSp delSp modSp new mod">
        <pc:chgData name="Akshatha V" userId="6a5112b695b9aaf1" providerId="LiveId" clId="{840EBCED-6ACD-4880-B975-239C06EF75E6}" dt="2026-04-22T06:34:36.832" v="89" actId="113"/>
        <pc:sldMkLst>
          <pc:docMk/>
          <pc:sldMk cId="1936248407" sldId="258"/>
        </pc:sldMkLst>
        <pc:spChg chg="mod">
          <ac:chgData name="Akshatha V" userId="6a5112b695b9aaf1" providerId="LiveId" clId="{840EBCED-6ACD-4880-B975-239C06EF75E6}" dt="2026-04-22T06:31:29.607" v="18" actId="113"/>
          <ac:spMkLst>
            <pc:docMk/>
            <pc:sldMk cId="1936248407" sldId="258"/>
            <ac:spMk id="2" creationId="{1815F1F8-2613-B08E-D087-99CBF3710F68}"/>
          </ac:spMkLst>
        </pc:spChg>
        <pc:spChg chg="mod">
          <ac:chgData name="Akshatha V" userId="6a5112b695b9aaf1" providerId="LiveId" clId="{840EBCED-6ACD-4880-B975-239C06EF75E6}" dt="2026-04-22T06:34:36.832" v="89" actId="113"/>
          <ac:spMkLst>
            <pc:docMk/>
            <pc:sldMk cId="1936248407" sldId="258"/>
            <ac:spMk id="3" creationId="{D6BB2CBE-E935-B762-CF4D-6F20B9F9F666}"/>
          </ac:spMkLst>
        </pc:spChg>
        <pc:spChg chg="add del mod">
          <ac:chgData name="Akshatha V" userId="6a5112b695b9aaf1" providerId="LiveId" clId="{840EBCED-6ACD-4880-B975-239C06EF75E6}" dt="2026-04-22T06:32:44.507" v="34" actId="21"/>
          <ac:spMkLst>
            <pc:docMk/>
            <pc:sldMk cId="1936248407" sldId="258"/>
            <ac:spMk id="4" creationId="{D479BA9D-390E-95F3-57AD-519FE4544F90}"/>
          </ac:spMkLst>
        </pc:spChg>
        <pc:spChg chg="add del mod">
          <ac:chgData name="Akshatha V" userId="6a5112b695b9aaf1" providerId="LiveId" clId="{840EBCED-6ACD-4880-B975-239C06EF75E6}" dt="2026-04-22T06:34:26.727" v="80" actId="21"/>
          <ac:spMkLst>
            <pc:docMk/>
            <pc:sldMk cId="1936248407" sldId="258"/>
            <ac:spMk id="5" creationId="{D479BA9D-390E-95F3-57AD-519FE4544F90}"/>
          </ac:spMkLst>
        </pc:spChg>
      </pc:sldChg>
      <pc:sldChg chg="addSp delSp modSp new mod">
        <pc:chgData name="Akshatha V" userId="6a5112b695b9aaf1" providerId="LiveId" clId="{840EBCED-6ACD-4880-B975-239C06EF75E6}" dt="2026-04-22T06:38:58.662" v="99" actId="1076"/>
        <pc:sldMkLst>
          <pc:docMk/>
          <pc:sldMk cId="2393331659" sldId="259"/>
        </pc:sldMkLst>
        <pc:spChg chg="mod">
          <ac:chgData name="Akshatha V" userId="6a5112b695b9aaf1" providerId="LiveId" clId="{840EBCED-6ACD-4880-B975-239C06EF75E6}" dt="2026-04-22T06:38:03.364" v="92" actId="113"/>
          <ac:spMkLst>
            <pc:docMk/>
            <pc:sldMk cId="2393331659" sldId="259"/>
            <ac:spMk id="2" creationId="{52536C80-0C1F-35A8-2B42-CD6B5E189765}"/>
          </ac:spMkLst>
        </pc:spChg>
        <pc:spChg chg="del">
          <ac:chgData name="Akshatha V" userId="6a5112b695b9aaf1" providerId="LiveId" clId="{840EBCED-6ACD-4880-B975-239C06EF75E6}" dt="2026-04-22T06:38:29.059" v="93" actId="931"/>
          <ac:spMkLst>
            <pc:docMk/>
            <pc:sldMk cId="2393331659" sldId="259"/>
            <ac:spMk id="3" creationId="{8B7F1D6C-3BF7-1DC9-838C-785C2777D820}"/>
          </ac:spMkLst>
        </pc:spChg>
        <pc:picChg chg="add mod ord">
          <ac:chgData name="Akshatha V" userId="6a5112b695b9aaf1" providerId="LiveId" clId="{840EBCED-6ACD-4880-B975-239C06EF75E6}" dt="2026-04-22T06:38:58.662" v="99" actId="1076"/>
          <ac:picMkLst>
            <pc:docMk/>
            <pc:sldMk cId="2393331659" sldId="259"/>
            <ac:picMk id="5" creationId="{632CF90E-1328-34DA-C713-16364FE25E1B}"/>
          </ac:picMkLst>
        </pc:picChg>
      </pc:sldChg>
      <pc:sldChg chg="modSp new mod">
        <pc:chgData name="Akshatha V" userId="6a5112b695b9aaf1" providerId="LiveId" clId="{840EBCED-6ACD-4880-B975-239C06EF75E6}" dt="2026-04-22T17:48:46.626" v="316" actId="20577"/>
        <pc:sldMkLst>
          <pc:docMk/>
          <pc:sldMk cId="351646010" sldId="260"/>
        </pc:sldMkLst>
        <pc:spChg chg="mod">
          <ac:chgData name="Akshatha V" userId="6a5112b695b9aaf1" providerId="LiveId" clId="{840EBCED-6ACD-4880-B975-239C06EF75E6}" dt="2026-04-22T06:39:36.495" v="102"/>
          <ac:spMkLst>
            <pc:docMk/>
            <pc:sldMk cId="351646010" sldId="260"/>
            <ac:spMk id="2" creationId="{6DEA58BC-723C-AE3E-10AF-6543C543489E}"/>
          </ac:spMkLst>
        </pc:spChg>
        <pc:spChg chg="mod">
          <ac:chgData name="Akshatha V" userId="6a5112b695b9aaf1" providerId="LiveId" clId="{840EBCED-6ACD-4880-B975-239C06EF75E6}" dt="2026-04-22T17:48:46.626" v="316" actId="20577"/>
          <ac:spMkLst>
            <pc:docMk/>
            <pc:sldMk cId="351646010" sldId="260"/>
            <ac:spMk id="3" creationId="{34DD124F-D138-03CE-4886-43E23E83DA0E}"/>
          </ac:spMkLst>
        </pc:spChg>
      </pc:sldChg>
      <pc:sldChg chg="modSp new mod">
        <pc:chgData name="Akshatha V" userId="6a5112b695b9aaf1" providerId="LiveId" clId="{840EBCED-6ACD-4880-B975-239C06EF75E6}" dt="2026-04-22T17:53:23.617" v="325" actId="113"/>
        <pc:sldMkLst>
          <pc:docMk/>
          <pc:sldMk cId="2101061283" sldId="261"/>
        </pc:sldMkLst>
        <pc:spChg chg="mod">
          <ac:chgData name="Akshatha V" userId="6a5112b695b9aaf1" providerId="LiveId" clId="{840EBCED-6ACD-4880-B975-239C06EF75E6}" dt="2026-04-22T17:53:23.617" v="325" actId="113"/>
          <ac:spMkLst>
            <pc:docMk/>
            <pc:sldMk cId="2101061283" sldId="261"/>
            <ac:spMk id="2" creationId="{24F71C3F-D7B6-2C0A-1FAF-24C10A71D04E}"/>
          </ac:spMkLst>
        </pc:spChg>
        <pc:spChg chg="mod">
          <ac:chgData name="Akshatha V" userId="6a5112b695b9aaf1" providerId="LiveId" clId="{840EBCED-6ACD-4880-B975-239C06EF75E6}" dt="2026-04-22T11:26:40.050" v="239" actId="20577"/>
          <ac:spMkLst>
            <pc:docMk/>
            <pc:sldMk cId="2101061283" sldId="261"/>
            <ac:spMk id="3" creationId="{3C1D934E-1AB2-FCDB-2C8F-B8A24CC0E8A7}"/>
          </ac:spMkLst>
        </pc:spChg>
      </pc:sldChg>
      <pc:sldChg chg="modSp new mod">
        <pc:chgData name="Akshatha V" userId="6a5112b695b9aaf1" providerId="LiveId" clId="{840EBCED-6ACD-4880-B975-239C06EF75E6}" dt="2026-04-22T11:27:02.229" v="245" actId="5793"/>
        <pc:sldMkLst>
          <pc:docMk/>
          <pc:sldMk cId="1859489433" sldId="262"/>
        </pc:sldMkLst>
        <pc:spChg chg="mod">
          <ac:chgData name="Akshatha V" userId="6a5112b695b9aaf1" providerId="LiveId" clId="{840EBCED-6ACD-4880-B975-239C06EF75E6}" dt="2026-04-22T11:26:47.886" v="242" actId="113"/>
          <ac:spMkLst>
            <pc:docMk/>
            <pc:sldMk cId="1859489433" sldId="262"/>
            <ac:spMk id="2" creationId="{1466BE98-C444-7BB5-4C56-4A884B01C979}"/>
          </ac:spMkLst>
        </pc:spChg>
        <pc:spChg chg="mod">
          <ac:chgData name="Akshatha V" userId="6a5112b695b9aaf1" providerId="LiveId" clId="{840EBCED-6ACD-4880-B975-239C06EF75E6}" dt="2026-04-22T11:27:02.229" v="245" actId="5793"/>
          <ac:spMkLst>
            <pc:docMk/>
            <pc:sldMk cId="1859489433" sldId="262"/>
            <ac:spMk id="3" creationId="{B0A42A0A-5C64-F49E-EDA8-5A711990301E}"/>
          </ac:spMkLst>
        </pc:spChg>
      </pc:sldChg>
      <pc:sldChg chg="modSp new mod">
        <pc:chgData name="Akshatha V" userId="6a5112b695b9aaf1" providerId="LiveId" clId="{840EBCED-6ACD-4880-B975-239C06EF75E6}" dt="2026-04-22T11:28:19.555" v="281" actId="1076"/>
        <pc:sldMkLst>
          <pc:docMk/>
          <pc:sldMk cId="673445069" sldId="263"/>
        </pc:sldMkLst>
        <pc:spChg chg="mod">
          <ac:chgData name="Akshatha V" userId="6a5112b695b9aaf1" providerId="LiveId" clId="{840EBCED-6ACD-4880-B975-239C06EF75E6}" dt="2026-04-22T11:27:21.428" v="248" actId="113"/>
          <ac:spMkLst>
            <pc:docMk/>
            <pc:sldMk cId="673445069" sldId="263"/>
            <ac:spMk id="2" creationId="{77578C2A-91C3-1A38-3D4A-3FD7AFD0C52B}"/>
          </ac:spMkLst>
        </pc:spChg>
        <pc:spChg chg="mod">
          <ac:chgData name="Akshatha V" userId="6a5112b695b9aaf1" providerId="LiveId" clId="{840EBCED-6ACD-4880-B975-239C06EF75E6}" dt="2026-04-22T11:28:19.555" v="281" actId="1076"/>
          <ac:spMkLst>
            <pc:docMk/>
            <pc:sldMk cId="673445069" sldId="263"/>
            <ac:spMk id="3" creationId="{C22FA8B5-BBB2-18E3-4477-6554692FA073}"/>
          </ac:spMkLst>
        </pc:spChg>
      </pc:sldChg>
      <pc:sldChg chg="modSp new mod">
        <pc:chgData name="Akshatha V" userId="6a5112b695b9aaf1" providerId="LiveId" clId="{840EBCED-6ACD-4880-B975-239C06EF75E6}" dt="2026-04-22T11:29:41.654" v="291" actId="1076"/>
        <pc:sldMkLst>
          <pc:docMk/>
          <pc:sldMk cId="2866092572" sldId="264"/>
        </pc:sldMkLst>
        <pc:spChg chg="mod">
          <ac:chgData name="Akshatha V" userId="6a5112b695b9aaf1" providerId="LiveId" clId="{840EBCED-6ACD-4880-B975-239C06EF75E6}" dt="2026-04-22T11:29:14.492" v="285" actId="113"/>
          <ac:spMkLst>
            <pc:docMk/>
            <pc:sldMk cId="2866092572" sldId="264"/>
            <ac:spMk id="2" creationId="{A5912B4D-8E65-5471-D730-33FAFEDFFEFC}"/>
          </ac:spMkLst>
        </pc:spChg>
        <pc:spChg chg="mod">
          <ac:chgData name="Akshatha V" userId="6a5112b695b9aaf1" providerId="LiveId" clId="{840EBCED-6ACD-4880-B975-239C06EF75E6}" dt="2026-04-22T11:29:41.654" v="291" actId="1076"/>
          <ac:spMkLst>
            <pc:docMk/>
            <pc:sldMk cId="2866092572" sldId="264"/>
            <ac:spMk id="3" creationId="{46E836B5-83E7-C261-53AA-F48FF274178F}"/>
          </ac:spMkLst>
        </pc:spChg>
      </pc:sldChg>
      <pc:sldChg chg="modSp new mod">
        <pc:chgData name="Akshatha V" userId="6a5112b695b9aaf1" providerId="LiveId" clId="{840EBCED-6ACD-4880-B975-239C06EF75E6}" dt="2026-04-22T11:30:46.827" v="303" actId="1076"/>
        <pc:sldMkLst>
          <pc:docMk/>
          <pc:sldMk cId="3870886485" sldId="265"/>
        </pc:sldMkLst>
        <pc:spChg chg="mod">
          <ac:chgData name="Akshatha V" userId="6a5112b695b9aaf1" providerId="LiveId" clId="{840EBCED-6ACD-4880-B975-239C06EF75E6}" dt="2026-04-22T11:30:03.519" v="294" actId="113"/>
          <ac:spMkLst>
            <pc:docMk/>
            <pc:sldMk cId="3870886485" sldId="265"/>
            <ac:spMk id="2" creationId="{6BAEC799-B9D6-404C-66C1-A754E5222D24}"/>
          </ac:spMkLst>
        </pc:spChg>
        <pc:spChg chg="mod">
          <ac:chgData name="Akshatha V" userId="6a5112b695b9aaf1" providerId="LiveId" clId="{840EBCED-6ACD-4880-B975-239C06EF75E6}" dt="2026-04-22T11:30:46.827" v="303" actId="1076"/>
          <ac:spMkLst>
            <pc:docMk/>
            <pc:sldMk cId="3870886485" sldId="265"/>
            <ac:spMk id="3" creationId="{A1F6631F-0035-147C-DF9C-71C3A49E23D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9791-3AE0-BDC2-1E17-F69FC823BE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RAG- Based Customer Support Assistant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FFD80-2771-5A8E-438D-31C7E81CCD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Internship Capstone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3ECC6-D9E3-7B15-F69A-6A090A441E14}"/>
              </a:ext>
            </a:extLst>
          </p:cNvPr>
          <p:cNvSpPr txBox="1"/>
          <p:nvPr/>
        </p:nvSpPr>
        <p:spPr>
          <a:xfrm>
            <a:off x="581191" y="3198167"/>
            <a:ext cx="5427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 (HLD)</a:t>
            </a:r>
          </a:p>
        </p:txBody>
      </p:sp>
    </p:spTree>
    <p:extLst>
      <p:ext uri="{BB962C8B-B14F-4D97-AF65-F5344CB8AC3E}">
        <p14:creationId xmlns:p14="http://schemas.microsoft.com/office/powerpoint/2010/main" val="212951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18D7-695A-1D7C-27D7-5084BBA9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30A08-97A2-E475-E5D9-E79DBF3AA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34" y="2192594"/>
            <a:ext cx="11029615" cy="22896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Software companies face a massive volume of repetitive technical and billing queries. Manual handling results in:</a:t>
            </a:r>
          </a:p>
          <a:p>
            <a:r>
              <a:rPr lang="en-US" dirty="0"/>
              <a:t>High Latency: Customers wait hours for Tier-1 answers.</a:t>
            </a:r>
          </a:p>
          <a:p>
            <a:r>
              <a:rPr lang="en-US" dirty="0"/>
              <a:t>Operational Costs: Scaling human support teams is expensive.</a:t>
            </a:r>
          </a:p>
          <a:p>
            <a:r>
              <a:rPr lang="en-US" dirty="0"/>
              <a:t>Inconsistency: Human error leads to varied answers for the same policy.</a:t>
            </a:r>
          </a:p>
          <a:p>
            <a:r>
              <a:rPr lang="en-US" dirty="0"/>
              <a:t>Workload: Support agents are overwhelmed by low-level troubleshooting.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440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F1F8-2613-B08E-D087-99CBF371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Scope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B2CBE-E935-B762-CF4D-6F20B9F9F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4271"/>
            <a:ext cx="10519427" cy="3678303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b="1" dirty="0"/>
              <a:t>     Automated Handling </a:t>
            </a:r>
          </a:p>
          <a:p>
            <a:r>
              <a:rPr lang="en-IN" dirty="0"/>
              <a:t>Pricing &amp; Subscription Plans</a:t>
            </a:r>
          </a:p>
          <a:p>
            <a:r>
              <a:rPr lang="en-IN" dirty="0"/>
              <a:t>Refund Policy Queries</a:t>
            </a:r>
          </a:p>
          <a:p>
            <a:r>
              <a:rPr lang="en-IN" dirty="0"/>
              <a:t>API Access &amp; Error Guides</a:t>
            </a:r>
          </a:p>
          <a:p>
            <a:r>
              <a:rPr lang="en-IN" dirty="0"/>
              <a:t>Password Resets &amp; Security</a:t>
            </a:r>
          </a:p>
          <a:p>
            <a:r>
              <a:rPr lang="en-IN" dirty="0"/>
              <a:t>Basic Technical Troubleshooting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Human Escalation (HITL)</a:t>
            </a:r>
          </a:p>
          <a:p>
            <a:r>
              <a:rPr lang="en-US" dirty="0"/>
              <a:t>Payment/Refund Disputes &gt; $500</a:t>
            </a:r>
          </a:p>
          <a:p>
            <a:r>
              <a:rPr lang="en-US" dirty="0"/>
              <a:t>Enterprise SLA Breaches</a:t>
            </a:r>
          </a:p>
          <a:p>
            <a:r>
              <a:rPr lang="en-US" dirty="0"/>
              <a:t>Security Vulnerability Reports</a:t>
            </a:r>
          </a:p>
          <a:p>
            <a:r>
              <a:rPr lang="en-US" dirty="0"/>
              <a:t>Out-of-Scope (Salesforce integration, etc.)</a:t>
            </a:r>
          </a:p>
          <a:p>
            <a:r>
              <a:rPr lang="en-US" dirty="0"/>
              <a:t>Low-confidence LLM outputs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24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36C80-0C1F-35A8-2B42-CD6B5E18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CF90E-1328-34DA-C713-16364FE25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8107" y="2053404"/>
            <a:ext cx="9074207" cy="439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58BC-723C-AE3E-10AF-6543C543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Architecture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D124F-D138-03CE-4886-43E23E83D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system utilizes a Stateful RAG architecture managed by </a:t>
            </a:r>
            <a:r>
              <a:rPr lang="en-US" b="1" dirty="0" err="1"/>
              <a:t>LangGraph</a:t>
            </a:r>
            <a:r>
              <a:rPr lang="en-US" b="1" dirty="0"/>
              <a:t>.</a:t>
            </a:r>
          </a:p>
          <a:p>
            <a:r>
              <a:rPr lang="en-US" dirty="0"/>
              <a:t>Ingestion: The PDF Knowledge Base is transformed into vector embeddings for semantic search.</a:t>
            </a:r>
          </a:p>
          <a:p>
            <a:r>
              <a:rPr lang="en-US" dirty="0"/>
              <a:t>Workflow: </a:t>
            </a:r>
            <a:r>
              <a:rPr lang="en-US" dirty="0" err="1"/>
              <a:t>LangGraph</a:t>
            </a:r>
            <a:r>
              <a:rPr lang="en-US" dirty="0"/>
              <a:t> controls the state of the conversation, allowing for complex multi-step reasoning.</a:t>
            </a:r>
          </a:p>
          <a:p>
            <a:r>
              <a:rPr lang="en-US" dirty="0"/>
              <a:t>Retrieval: Relevant context is pulled from </a:t>
            </a:r>
            <a:r>
              <a:rPr lang="en-US" dirty="0" err="1"/>
              <a:t>ChromaDB</a:t>
            </a:r>
            <a:r>
              <a:rPr lang="en-US" dirty="0"/>
              <a:t> to ground the LLM's response.</a:t>
            </a:r>
          </a:p>
          <a:p>
            <a:r>
              <a:rPr lang="en-US" dirty="0"/>
              <a:t>Safety Guard: If no relevant context is retrieved from </a:t>
            </a:r>
            <a:r>
              <a:rPr lang="en-US" dirty="0" err="1"/>
              <a:t>ChromaDB</a:t>
            </a:r>
            <a:r>
              <a:rPr lang="en-US" dirty="0"/>
              <a:t>, the system avoids hallucination and routes the query to HITL instead of generating uncertain responses.</a:t>
            </a:r>
          </a:p>
          <a:p>
            <a:r>
              <a:rPr lang="en-US" dirty="0"/>
              <a:t>Escalation: A conditional edge checks the LLM's confidence score. If thresholds aren't met, the query is passed to a human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4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1C3F-D7B6-2C0A-1FAF-24C10A71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D934E-1AB2-FCDB-2C8F-B8A24CC0E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4">
            <a:normAutofit/>
          </a:bodyPr>
          <a:lstStyle/>
          <a:p>
            <a:r>
              <a:rPr lang="en-IN" dirty="0"/>
              <a:t>Loader: </a:t>
            </a:r>
            <a:r>
              <a:rPr lang="en-IN" dirty="0" err="1"/>
              <a:t>PyPDF</a:t>
            </a:r>
            <a:r>
              <a:rPr lang="en-IN" dirty="0"/>
              <a:t> Loader parses PDF text.</a:t>
            </a:r>
          </a:p>
          <a:p>
            <a:endParaRPr lang="en-IN" dirty="0"/>
          </a:p>
          <a:p>
            <a:r>
              <a:rPr lang="en-IN" dirty="0"/>
              <a:t>Retriever: Logic to fetch context based on query similarity.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Chunking: Recursive splitting into 1000-char pieces.</a:t>
            </a:r>
          </a:p>
          <a:p>
            <a:endParaRPr lang="en-IN" dirty="0"/>
          </a:p>
          <a:p>
            <a:r>
              <a:rPr lang="en-IN" dirty="0"/>
              <a:t>LLM: GPT-4 handles reasoning and synthesis.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Embeddings: Sentence-Transformers for semantic vectors.</a:t>
            </a:r>
          </a:p>
          <a:p>
            <a:endParaRPr lang="en-IN" dirty="0"/>
          </a:p>
          <a:p>
            <a:r>
              <a:rPr lang="en-IN" dirty="0" err="1"/>
              <a:t>ChromaDB</a:t>
            </a:r>
            <a:r>
              <a:rPr lang="en-IN" dirty="0"/>
              <a:t>: Vector database for embedding storage.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LangGraph</a:t>
            </a:r>
            <a:r>
              <a:rPr lang="en-IN" dirty="0"/>
              <a:t>: Workflow engine orchestrating nodes.</a:t>
            </a:r>
          </a:p>
          <a:p>
            <a:endParaRPr lang="en-IN" dirty="0"/>
          </a:p>
          <a:p>
            <a:r>
              <a:rPr lang="en-IN" dirty="0"/>
              <a:t>HITL: Human-in-the-Loop review for edge cases.</a:t>
            </a:r>
          </a:p>
        </p:txBody>
      </p:sp>
    </p:spTree>
    <p:extLst>
      <p:ext uri="{BB962C8B-B14F-4D97-AF65-F5344CB8AC3E}">
        <p14:creationId xmlns:p14="http://schemas.microsoft.com/office/powerpoint/2010/main" val="2101061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BE98-C444-7BB5-4C56-4A884B01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42A0A-5C64-F49E-EDA8-5A7119903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Lifecycle of a Support Query:</a:t>
            </a:r>
          </a:p>
          <a:p>
            <a:r>
              <a:rPr lang="en-IN" dirty="0"/>
              <a:t>Ingestion: PDF → Text → Chunks → Vectors → </a:t>
            </a:r>
            <a:r>
              <a:rPr lang="en-IN" dirty="0" err="1"/>
              <a:t>ChromaDB</a:t>
            </a:r>
            <a:r>
              <a:rPr lang="en-IN" dirty="0"/>
              <a:t> (Offline).</a:t>
            </a:r>
          </a:p>
          <a:p>
            <a:r>
              <a:rPr lang="en-IN" dirty="0"/>
              <a:t>Query: User submits a question.</a:t>
            </a:r>
          </a:p>
          <a:p>
            <a:r>
              <a:rPr lang="en-IN" dirty="0"/>
              <a:t>Retrieval: </a:t>
            </a:r>
            <a:r>
              <a:rPr lang="en-IN" dirty="0" err="1"/>
              <a:t>LangGraph</a:t>
            </a:r>
            <a:r>
              <a:rPr lang="en-IN" dirty="0"/>
              <a:t> fetches top-k chunks from </a:t>
            </a:r>
            <a:r>
              <a:rPr lang="en-IN" dirty="0" err="1"/>
              <a:t>ChromaDB</a:t>
            </a:r>
            <a:r>
              <a:rPr lang="en-IN" dirty="0"/>
              <a:t>.</a:t>
            </a:r>
          </a:p>
          <a:p>
            <a:r>
              <a:rPr lang="en-IN" dirty="0"/>
              <a:t>Augmentation: Chunks + Prompt are fed to the LLM.</a:t>
            </a:r>
          </a:p>
          <a:p>
            <a:r>
              <a:rPr lang="en-IN" dirty="0"/>
              <a:t>Generation: LLM produces a draft response.</a:t>
            </a:r>
          </a:p>
          <a:p>
            <a:r>
              <a:rPr lang="en-IN" dirty="0"/>
              <a:t>Validation: Confidence score check; if low, route to Human Agent.</a:t>
            </a:r>
          </a:p>
          <a:p>
            <a:r>
              <a:rPr lang="en-IN" dirty="0"/>
              <a:t>Resolution: Final validated answer sent to User.</a:t>
            </a:r>
          </a:p>
        </p:txBody>
      </p:sp>
    </p:spTree>
    <p:extLst>
      <p:ext uri="{BB962C8B-B14F-4D97-AF65-F5344CB8AC3E}">
        <p14:creationId xmlns:p14="http://schemas.microsoft.com/office/powerpoint/2010/main" val="185948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8C2A-91C3-1A38-3D4A-3FD7AFD0C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FA8B5-BBB2-18E3-4477-6554692FA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02" y="2064773"/>
            <a:ext cx="11029615" cy="2230696"/>
          </a:xfrm>
        </p:spPr>
        <p:txBody>
          <a:bodyPr>
            <a:normAutofit/>
          </a:bodyPr>
          <a:lstStyle/>
          <a:p>
            <a:r>
              <a:rPr lang="en-US" dirty="0" err="1"/>
              <a:t>ChromaDB</a:t>
            </a:r>
            <a:r>
              <a:rPr lang="en-US" dirty="0"/>
              <a:t>: Lightweight, open-source, and supports efficient metadata filtering.</a:t>
            </a:r>
          </a:p>
          <a:p>
            <a:r>
              <a:rPr lang="en-US" dirty="0"/>
              <a:t>GPT-4: Best-in-class reasoning and ability to follow strict safety/policy guideline.</a:t>
            </a:r>
          </a:p>
          <a:p>
            <a:r>
              <a:rPr lang="en-US" dirty="0" err="1"/>
              <a:t>LangGraph</a:t>
            </a:r>
            <a:r>
              <a:rPr lang="en-US" dirty="0"/>
              <a:t>: Enables stateful workflows and cyclic loops (superior to simple linear chains).</a:t>
            </a:r>
          </a:p>
          <a:p>
            <a:r>
              <a:rPr lang="en-US" dirty="0"/>
              <a:t>Sentence-Transformers: High-performance local embedding generation without API dependency.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445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2B4D-8E65-5471-D730-33FAFEDF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Scalability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36B5-83E7-C261-53AA-F48FF2741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013001"/>
            <a:ext cx="11029615" cy="2429799"/>
          </a:xfrm>
        </p:spPr>
        <p:txBody>
          <a:bodyPr/>
          <a:lstStyle/>
          <a:p>
            <a:r>
              <a:rPr lang="en-IN" dirty="0"/>
              <a:t>Parallel Ingestion: Processing multiple support handbooks concurrently. </a:t>
            </a:r>
          </a:p>
          <a:p>
            <a:r>
              <a:rPr lang="en-IN" dirty="0"/>
              <a:t>Horizontal Scaling: Deploying multiple </a:t>
            </a:r>
            <a:r>
              <a:rPr lang="en-IN" dirty="0" err="1"/>
              <a:t>LangGraph</a:t>
            </a:r>
            <a:r>
              <a:rPr lang="en-IN" dirty="0"/>
              <a:t> instances behind a load balancer. </a:t>
            </a:r>
          </a:p>
          <a:p>
            <a:r>
              <a:rPr lang="en-IN" dirty="0"/>
              <a:t>Latency: Implementing Semantic Caching for frequent queries to bypass LLM processing. </a:t>
            </a:r>
          </a:p>
          <a:p>
            <a:r>
              <a:rPr lang="en-IN" dirty="0"/>
              <a:t>Distributed Storage: Scaling </a:t>
            </a:r>
            <a:r>
              <a:rPr lang="en-IN" dirty="0" err="1"/>
              <a:t>ChromaDB</a:t>
            </a:r>
            <a:r>
              <a:rPr lang="en-IN" dirty="0"/>
              <a:t> as a central service for multiple regional support bots.</a:t>
            </a:r>
          </a:p>
        </p:txBody>
      </p:sp>
    </p:spTree>
    <p:extLst>
      <p:ext uri="{BB962C8B-B14F-4D97-AF65-F5344CB8AC3E}">
        <p14:creationId xmlns:p14="http://schemas.microsoft.com/office/powerpoint/2010/main" val="286609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C799-B9D6-404C-66C1-A754E5222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631F-0035-147C-DF9C-71C3A49E2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6788"/>
            <a:ext cx="11029615" cy="27124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</a:t>
            </a:r>
            <a:r>
              <a:rPr lang="en-US" b="1" dirty="0" err="1"/>
              <a:t>CloudNova</a:t>
            </a:r>
            <a:r>
              <a:rPr lang="en-US" b="1" dirty="0"/>
              <a:t> Systems Support Assistant represents a production-grade RAG implementation: </a:t>
            </a:r>
          </a:p>
          <a:p>
            <a:r>
              <a:rPr lang="en-US" dirty="0"/>
              <a:t>Accuracy: Grounded in the company's master handbook. </a:t>
            </a:r>
          </a:p>
          <a:p>
            <a:r>
              <a:rPr lang="en-US" dirty="0"/>
              <a:t>Safety: "Hallucination Guards" and HITL ensure sensitive queries are handled by humans. </a:t>
            </a:r>
          </a:p>
          <a:p>
            <a:r>
              <a:rPr lang="en-US" dirty="0"/>
              <a:t>Efficiency: Frees support teams to focus on complex technical challenges. </a:t>
            </a:r>
          </a:p>
          <a:p>
            <a:r>
              <a:rPr lang="en-US" dirty="0"/>
              <a:t>Scalability: Built on a modern, modular stack ready for enterprise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88648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{79AA5586-0F59-4675-B6F1-5D69BCDDC1D3}TF319cfb39-eeba-4af5-a5a2-03d53d0375160e3309b2-0adf682d390f</Template>
  <TotalTime>323</TotalTime>
  <Words>557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Gill Sans MT</vt:lpstr>
      <vt:lpstr>Times New Roman</vt:lpstr>
      <vt:lpstr>Wingdings 2</vt:lpstr>
      <vt:lpstr>Dividend</vt:lpstr>
      <vt:lpstr>RAG- Based Customer Support Assistant</vt:lpstr>
      <vt:lpstr>Problem Statement</vt:lpstr>
      <vt:lpstr>Scope of the System</vt:lpstr>
      <vt:lpstr>Architecture Diagram</vt:lpstr>
      <vt:lpstr>Architecture Explanation</vt:lpstr>
      <vt:lpstr>Workflow</vt:lpstr>
      <vt:lpstr>Data Flow</vt:lpstr>
      <vt:lpstr>Technology Choices</vt:lpstr>
      <vt:lpstr>Scalability Considerations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Akshatha V</dc:creator>
  <cp:lastModifiedBy>Akshatha V</cp:lastModifiedBy>
  <cp:revision>1</cp:revision>
  <dcterms:created xsi:type="dcterms:W3CDTF">2026-04-22T06:22:45Z</dcterms:created>
  <dcterms:modified xsi:type="dcterms:W3CDTF">2026-04-22T17:53:24Z</dcterms:modified>
</cp:coreProperties>
</file>