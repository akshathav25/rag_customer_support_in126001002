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A55E6B-79BE-4080-8365-8075C9CB74BA}" v="28" dt="2026-04-22T13:15:58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1" d="100"/>
          <a:sy n="81" d="100"/>
        </p:scale>
        <p:origin x="754" y="-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tha V" userId="6a5112b695b9aaf1" providerId="LiveId" clId="{840EBCED-6ACD-4880-B975-239C06EF75E6}"/>
    <pc:docChg chg="undo custSel addSld modSld">
      <pc:chgData name="Akshatha V" userId="6a5112b695b9aaf1" providerId="LiveId" clId="{840EBCED-6ACD-4880-B975-239C06EF75E6}" dt="2026-04-22T18:10:45.886" v="352" actId="20577"/>
      <pc:docMkLst>
        <pc:docMk/>
      </pc:docMkLst>
      <pc:sldChg chg="addSp modSp mod">
        <pc:chgData name="Akshatha V" userId="6a5112b695b9aaf1" providerId="LiveId" clId="{840EBCED-6ACD-4880-B975-239C06EF75E6}" dt="2026-04-22T11:43:44.815" v="42" actId="1076"/>
        <pc:sldMkLst>
          <pc:docMk/>
          <pc:sldMk cId="3347363418" sldId="256"/>
        </pc:sldMkLst>
        <pc:spChg chg="mod">
          <ac:chgData name="Akshatha V" userId="6a5112b695b9aaf1" providerId="LiveId" clId="{840EBCED-6ACD-4880-B975-239C06EF75E6}" dt="2026-04-22T11:42:45.442" v="21" actId="113"/>
          <ac:spMkLst>
            <pc:docMk/>
            <pc:sldMk cId="3347363418" sldId="256"/>
            <ac:spMk id="2" creationId="{69FE06FC-B960-93B2-EB32-41E64169ED20}"/>
          </ac:spMkLst>
        </pc:spChg>
        <pc:spChg chg="mod">
          <ac:chgData name="Akshatha V" userId="6a5112b695b9aaf1" providerId="LiveId" clId="{840EBCED-6ACD-4880-B975-239C06EF75E6}" dt="2026-04-22T11:42:42.880" v="20" actId="113"/>
          <ac:spMkLst>
            <pc:docMk/>
            <pc:sldMk cId="3347363418" sldId="256"/>
            <ac:spMk id="3" creationId="{6E79A4FB-6CF5-DE5E-0EA3-93CE44A0E49D}"/>
          </ac:spMkLst>
        </pc:spChg>
        <pc:spChg chg="add mod">
          <ac:chgData name="Akshatha V" userId="6a5112b695b9aaf1" providerId="LiveId" clId="{840EBCED-6ACD-4880-B975-239C06EF75E6}" dt="2026-04-22T11:43:44.815" v="42" actId="1076"/>
          <ac:spMkLst>
            <pc:docMk/>
            <pc:sldMk cId="3347363418" sldId="256"/>
            <ac:spMk id="4" creationId="{1ACED303-CF60-69A4-54BE-7821E8A9CFB7}"/>
          </ac:spMkLst>
        </pc:spChg>
      </pc:sldChg>
      <pc:sldChg chg="modSp new mod">
        <pc:chgData name="Akshatha V" userId="6a5112b695b9aaf1" providerId="LiveId" clId="{840EBCED-6ACD-4880-B975-239C06EF75E6}" dt="2026-04-22T11:46:30.173" v="84" actId="113"/>
        <pc:sldMkLst>
          <pc:docMk/>
          <pc:sldMk cId="558222758" sldId="257"/>
        </pc:sldMkLst>
        <pc:spChg chg="mod">
          <ac:chgData name="Akshatha V" userId="6a5112b695b9aaf1" providerId="LiveId" clId="{840EBCED-6ACD-4880-B975-239C06EF75E6}" dt="2026-04-22T11:46:30.173" v="84" actId="113"/>
          <ac:spMkLst>
            <pc:docMk/>
            <pc:sldMk cId="558222758" sldId="257"/>
            <ac:spMk id="2" creationId="{F4A5AFF5-200C-548E-C8A8-D20953486CC5}"/>
          </ac:spMkLst>
        </pc:spChg>
        <pc:spChg chg="mod">
          <ac:chgData name="Akshatha V" userId="6a5112b695b9aaf1" providerId="LiveId" clId="{840EBCED-6ACD-4880-B975-239C06EF75E6}" dt="2026-04-22T11:45:50.713" v="79" actId="113"/>
          <ac:spMkLst>
            <pc:docMk/>
            <pc:sldMk cId="558222758" sldId="257"/>
            <ac:spMk id="3" creationId="{063D448A-2903-A390-2DF3-E358AF8B814C}"/>
          </ac:spMkLst>
        </pc:spChg>
      </pc:sldChg>
      <pc:sldChg chg="modSp new mod">
        <pc:chgData name="Akshatha V" userId="6a5112b695b9aaf1" providerId="LiveId" clId="{840EBCED-6ACD-4880-B975-239C06EF75E6}" dt="2026-04-22T11:47:47.898" v="116" actId="113"/>
        <pc:sldMkLst>
          <pc:docMk/>
          <pc:sldMk cId="3713376437" sldId="258"/>
        </pc:sldMkLst>
        <pc:spChg chg="mod">
          <ac:chgData name="Akshatha V" userId="6a5112b695b9aaf1" providerId="LiveId" clId="{840EBCED-6ACD-4880-B975-239C06EF75E6}" dt="2026-04-22T11:46:23.984" v="83" actId="113"/>
          <ac:spMkLst>
            <pc:docMk/>
            <pc:sldMk cId="3713376437" sldId="258"/>
            <ac:spMk id="2" creationId="{906D5B2D-7EA4-17BD-3F48-59DE8695AF4D}"/>
          </ac:spMkLst>
        </pc:spChg>
        <pc:spChg chg="mod">
          <ac:chgData name="Akshatha V" userId="6a5112b695b9aaf1" providerId="LiveId" clId="{840EBCED-6ACD-4880-B975-239C06EF75E6}" dt="2026-04-22T11:47:47.898" v="116" actId="113"/>
          <ac:spMkLst>
            <pc:docMk/>
            <pc:sldMk cId="3713376437" sldId="258"/>
            <ac:spMk id="3" creationId="{DF54B946-083D-4FF2-5FAD-3C2ABECE5671}"/>
          </ac:spMkLst>
        </pc:spChg>
      </pc:sldChg>
      <pc:sldChg chg="modSp new mod">
        <pc:chgData name="Akshatha V" userId="6a5112b695b9aaf1" providerId="LiveId" clId="{840EBCED-6ACD-4880-B975-239C06EF75E6}" dt="2026-04-22T11:56:05.251" v="206" actId="20577"/>
        <pc:sldMkLst>
          <pc:docMk/>
          <pc:sldMk cId="521948222" sldId="259"/>
        </pc:sldMkLst>
        <pc:spChg chg="mod">
          <ac:chgData name="Akshatha V" userId="6a5112b695b9aaf1" providerId="LiveId" clId="{840EBCED-6ACD-4880-B975-239C06EF75E6}" dt="2026-04-22T11:48:56.798" v="123" actId="113"/>
          <ac:spMkLst>
            <pc:docMk/>
            <pc:sldMk cId="521948222" sldId="259"/>
            <ac:spMk id="2" creationId="{3ABCEBEE-5DDE-9D82-EB61-A2D960BF51A5}"/>
          </ac:spMkLst>
        </pc:spChg>
        <pc:spChg chg="mod">
          <ac:chgData name="Akshatha V" userId="6a5112b695b9aaf1" providerId="LiveId" clId="{840EBCED-6ACD-4880-B975-239C06EF75E6}" dt="2026-04-22T11:56:05.251" v="206" actId="20577"/>
          <ac:spMkLst>
            <pc:docMk/>
            <pc:sldMk cId="521948222" sldId="259"/>
            <ac:spMk id="3" creationId="{2DA4FBE4-ECA8-CF24-EF23-200725694FE5}"/>
          </ac:spMkLst>
        </pc:spChg>
      </pc:sldChg>
      <pc:sldChg chg="modSp new mod">
        <pc:chgData name="Akshatha V" userId="6a5112b695b9aaf1" providerId="LiveId" clId="{840EBCED-6ACD-4880-B975-239C06EF75E6}" dt="2026-04-22T11:56:59.753" v="215" actId="113"/>
        <pc:sldMkLst>
          <pc:docMk/>
          <pc:sldMk cId="604800535" sldId="260"/>
        </pc:sldMkLst>
        <pc:spChg chg="mod">
          <ac:chgData name="Akshatha V" userId="6a5112b695b9aaf1" providerId="LiveId" clId="{840EBCED-6ACD-4880-B975-239C06EF75E6}" dt="2026-04-22T11:56:30.869" v="210" actId="255"/>
          <ac:spMkLst>
            <pc:docMk/>
            <pc:sldMk cId="604800535" sldId="260"/>
            <ac:spMk id="2" creationId="{E58CF237-EFF1-9AB0-33CE-E8B25D9BCBC8}"/>
          </ac:spMkLst>
        </pc:spChg>
        <pc:spChg chg="mod">
          <ac:chgData name="Akshatha V" userId="6a5112b695b9aaf1" providerId="LiveId" clId="{840EBCED-6ACD-4880-B975-239C06EF75E6}" dt="2026-04-22T11:56:59.753" v="215" actId="113"/>
          <ac:spMkLst>
            <pc:docMk/>
            <pc:sldMk cId="604800535" sldId="260"/>
            <ac:spMk id="3" creationId="{B3F12B62-6DEE-83F1-B21E-038E46FC2139}"/>
          </ac:spMkLst>
        </pc:spChg>
      </pc:sldChg>
      <pc:sldChg chg="addSp delSp modSp new mod">
        <pc:chgData name="Akshatha V" userId="6a5112b695b9aaf1" providerId="LiveId" clId="{840EBCED-6ACD-4880-B975-239C06EF75E6}" dt="2026-04-22T13:10:08.918" v="225" actId="1076"/>
        <pc:sldMkLst>
          <pc:docMk/>
          <pc:sldMk cId="575499053" sldId="261"/>
        </pc:sldMkLst>
        <pc:spChg chg="mod">
          <ac:chgData name="Akshatha V" userId="6a5112b695b9aaf1" providerId="LiveId" clId="{840EBCED-6ACD-4880-B975-239C06EF75E6}" dt="2026-04-22T11:57:21.643" v="219" actId="255"/>
          <ac:spMkLst>
            <pc:docMk/>
            <pc:sldMk cId="575499053" sldId="261"/>
            <ac:spMk id="2" creationId="{B44908FD-97F2-3883-8580-D28C4CBF468C}"/>
          </ac:spMkLst>
        </pc:spChg>
        <pc:spChg chg="del">
          <ac:chgData name="Akshatha V" userId="6a5112b695b9aaf1" providerId="LiveId" clId="{840EBCED-6ACD-4880-B975-239C06EF75E6}" dt="2026-04-22T13:09:45.383" v="220" actId="931"/>
          <ac:spMkLst>
            <pc:docMk/>
            <pc:sldMk cId="575499053" sldId="261"/>
            <ac:spMk id="3" creationId="{7A67A3AD-0EE1-E007-7DD2-D966D02CE9AA}"/>
          </ac:spMkLst>
        </pc:spChg>
        <pc:picChg chg="add mod ord">
          <ac:chgData name="Akshatha V" userId="6a5112b695b9aaf1" providerId="LiveId" clId="{840EBCED-6ACD-4880-B975-239C06EF75E6}" dt="2026-04-22T13:10:08.918" v="225" actId="1076"/>
          <ac:picMkLst>
            <pc:docMk/>
            <pc:sldMk cId="575499053" sldId="261"/>
            <ac:picMk id="5" creationId="{34CAF4E9-5E42-8026-EFF7-B6E9B85A1454}"/>
          </ac:picMkLst>
        </pc:picChg>
      </pc:sldChg>
      <pc:sldChg chg="modSp new mod">
        <pc:chgData name="Akshatha V" userId="6a5112b695b9aaf1" providerId="LiveId" clId="{840EBCED-6ACD-4880-B975-239C06EF75E6}" dt="2026-04-22T13:11:21.579" v="253" actId="5793"/>
        <pc:sldMkLst>
          <pc:docMk/>
          <pc:sldMk cId="4178666895" sldId="262"/>
        </pc:sldMkLst>
        <pc:spChg chg="mod">
          <ac:chgData name="Akshatha V" userId="6a5112b695b9aaf1" providerId="LiveId" clId="{840EBCED-6ACD-4880-B975-239C06EF75E6}" dt="2026-04-22T13:10:33.361" v="229" actId="255"/>
          <ac:spMkLst>
            <pc:docMk/>
            <pc:sldMk cId="4178666895" sldId="262"/>
            <ac:spMk id="2" creationId="{A4351AEB-4731-9CA4-9C7B-0BC405E2B79C}"/>
          </ac:spMkLst>
        </pc:spChg>
        <pc:spChg chg="mod">
          <ac:chgData name="Akshatha V" userId="6a5112b695b9aaf1" providerId="LiveId" clId="{840EBCED-6ACD-4880-B975-239C06EF75E6}" dt="2026-04-22T13:11:21.579" v="253" actId="5793"/>
          <ac:spMkLst>
            <pc:docMk/>
            <pc:sldMk cId="4178666895" sldId="262"/>
            <ac:spMk id="3" creationId="{F27BF27B-188F-C9A5-BA4C-0B0DFD808C44}"/>
          </ac:spMkLst>
        </pc:spChg>
      </pc:sldChg>
      <pc:sldChg chg="modSp new mod">
        <pc:chgData name="Akshatha V" userId="6a5112b695b9aaf1" providerId="LiveId" clId="{840EBCED-6ACD-4880-B975-239C06EF75E6}" dt="2026-04-22T18:10:45.886" v="352" actId="20577"/>
        <pc:sldMkLst>
          <pc:docMk/>
          <pc:sldMk cId="2934279325" sldId="263"/>
        </pc:sldMkLst>
        <pc:spChg chg="mod">
          <ac:chgData name="Akshatha V" userId="6a5112b695b9aaf1" providerId="LiveId" clId="{840EBCED-6ACD-4880-B975-239C06EF75E6}" dt="2026-04-22T13:11:45.599" v="257" actId="255"/>
          <ac:spMkLst>
            <pc:docMk/>
            <pc:sldMk cId="2934279325" sldId="263"/>
            <ac:spMk id="2" creationId="{FD16A28C-F972-7A42-4625-6526108DCC88}"/>
          </ac:spMkLst>
        </pc:spChg>
        <pc:spChg chg="mod">
          <ac:chgData name="Akshatha V" userId="6a5112b695b9aaf1" providerId="LiveId" clId="{840EBCED-6ACD-4880-B975-239C06EF75E6}" dt="2026-04-22T18:10:45.886" v="352" actId="20577"/>
          <ac:spMkLst>
            <pc:docMk/>
            <pc:sldMk cId="2934279325" sldId="263"/>
            <ac:spMk id="3" creationId="{F1DE7A30-3D62-A4F6-B9D5-40755F4E7CAA}"/>
          </ac:spMkLst>
        </pc:spChg>
      </pc:sldChg>
      <pc:sldChg chg="modSp new mod">
        <pc:chgData name="Akshatha V" userId="6a5112b695b9aaf1" providerId="LiveId" clId="{840EBCED-6ACD-4880-B975-239C06EF75E6}" dt="2026-04-22T13:16:00.525" v="322" actId="20577"/>
        <pc:sldMkLst>
          <pc:docMk/>
          <pc:sldMk cId="3235992248" sldId="264"/>
        </pc:sldMkLst>
        <pc:spChg chg="mod">
          <ac:chgData name="Akshatha V" userId="6a5112b695b9aaf1" providerId="LiveId" clId="{840EBCED-6ACD-4880-B975-239C06EF75E6}" dt="2026-04-22T13:14:23.188" v="298" actId="255"/>
          <ac:spMkLst>
            <pc:docMk/>
            <pc:sldMk cId="3235992248" sldId="264"/>
            <ac:spMk id="2" creationId="{CD335FC5-92D3-E73C-8F94-95587AF9B315}"/>
          </ac:spMkLst>
        </pc:spChg>
        <pc:spChg chg="mod">
          <ac:chgData name="Akshatha V" userId="6a5112b695b9aaf1" providerId="LiveId" clId="{840EBCED-6ACD-4880-B975-239C06EF75E6}" dt="2026-04-22T13:16:00.525" v="322" actId="20577"/>
          <ac:spMkLst>
            <pc:docMk/>
            <pc:sldMk cId="3235992248" sldId="264"/>
            <ac:spMk id="3" creationId="{26767344-8263-C4B3-DB94-EDA8BF04433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E06FC-B960-93B2-EB32-41E64169ED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Low-Level Design (LLD) Specification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9A4FB-6CF5-DE5E-0EA3-93CE44A0E4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Internal Module &amp; Workflow Architecture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CED303-CF60-69A4-54BE-7821E8A9CFB7}"/>
              </a:ext>
            </a:extLst>
          </p:cNvPr>
          <p:cNvSpPr txBox="1"/>
          <p:nvPr/>
        </p:nvSpPr>
        <p:spPr>
          <a:xfrm>
            <a:off x="581191" y="3213556"/>
            <a:ext cx="69265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Enhanced Data Schemas &amp; Final State Mapping</a:t>
            </a:r>
            <a:endParaRPr lang="en-IN" sz="2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7363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5AFF5-200C-548E-C8A8-D20953486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Module-Level Design</a:t>
            </a:r>
            <a:br>
              <a:rPr lang="en-IN" b="1" dirty="0"/>
            </a:br>
            <a:r>
              <a:rPr lang="en-IN" sz="2000" b="1" dirty="0"/>
              <a:t>Data Ingestion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D448A-2903-A390-2DF3-E358AF8B8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1.1 Document Processing</a:t>
            </a:r>
          </a:p>
          <a:p>
            <a:r>
              <a:rPr lang="en-IN" dirty="0"/>
              <a:t>Tool: </a:t>
            </a:r>
            <a:r>
              <a:rPr lang="en-IN" dirty="0" err="1"/>
              <a:t>LangChain</a:t>
            </a:r>
            <a:r>
              <a:rPr lang="en-IN" dirty="0"/>
              <a:t> </a:t>
            </a:r>
            <a:r>
              <a:rPr lang="en-IN" dirty="0" err="1"/>
              <a:t>PyPDFLoader</a:t>
            </a:r>
            <a:endParaRPr lang="en-IN" dirty="0"/>
          </a:p>
          <a:p>
            <a:r>
              <a:rPr lang="en-IN" dirty="0"/>
              <a:t>Responsibility: Extracts structured text and metadata  from Master Handbook PDF.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1.2 Chunking Module</a:t>
            </a:r>
          </a:p>
          <a:p>
            <a:r>
              <a:rPr lang="en-IN" dirty="0"/>
              <a:t>Strategy: </a:t>
            </a:r>
            <a:r>
              <a:rPr lang="en-IN" dirty="0" err="1"/>
              <a:t>RecursiveCharacterTextSplitter</a:t>
            </a:r>
            <a:endParaRPr lang="en-IN" dirty="0"/>
          </a:p>
          <a:p>
            <a:r>
              <a:rPr lang="en-IN" dirty="0"/>
              <a:t>Params: Size: 1000 | Overlap: 200</a:t>
            </a:r>
          </a:p>
          <a:p>
            <a:r>
              <a:rPr lang="en-IN" dirty="0"/>
              <a:t>Why: Ensures semantic context persists across chunk boundaries.</a:t>
            </a:r>
          </a:p>
          <a:p>
            <a:pPr marL="0" indent="0">
              <a:buNone/>
            </a:pPr>
            <a:r>
              <a:rPr lang="en-IN" b="1" dirty="0"/>
              <a:t>1.3 Embedding Module</a:t>
            </a:r>
          </a:p>
          <a:p>
            <a:r>
              <a:rPr lang="en-IN" dirty="0"/>
              <a:t>Model: all-MiniLM-L6-v2</a:t>
            </a:r>
          </a:p>
          <a:p>
            <a:r>
              <a:rPr lang="en-IN" dirty="0"/>
              <a:t>Output: 384-dimensional dense vectors stored for similarity search.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1.4 Vector Storage</a:t>
            </a:r>
          </a:p>
          <a:p>
            <a:r>
              <a:rPr lang="en-IN" dirty="0"/>
              <a:t>Engine: </a:t>
            </a:r>
            <a:r>
              <a:rPr lang="en-IN" dirty="0" err="1"/>
              <a:t>ChromaDB</a:t>
            </a:r>
            <a:endParaRPr lang="en-IN" dirty="0"/>
          </a:p>
          <a:p>
            <a:r>
              <a:rPr lang="en-IN" dirty="0"/>
              <a:t>Metadata: Includes </a:t>
            </a:r>
            <a:r>
              <a:rPr lang="en-IN" dirty="0" err="1"/>
              <a:t>context_id</a:t>
            </a:r>
            <a:r>
              <a:rPr lang="en-IN" dirty="0"/>
              <a:t>, </a:t>
            </a:r>
            <a:r>
              <a:rPr lang="en-IN" dirty="0" err="1"/>
              <a:t>source_page</a:t>
            </a:r>
            <a:r>
              <a:rPr lang="en-IN" dirty="0"/>
              <a:t>, and </a:t>
            </a:r>
            <a:r>
              <a:rPr lang="en-IN" dirty="0" err="1"/>
              <a:t>policy_category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8222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D5B2D-7EA4-17BD-3F48-59DE8695A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Module-Level Design</a:t>
            </a:r>
            <a:br>
              <a:rPr lang="en-US" dirty="0"/>
            </a:br>
            <a:r>
              <a:rPr lang="en-US" sz="2000" b="1" dirty="0"/>
              <a:t>Query &amp; Execution Engine</a:t>
            </a:r>
            <a:endParaRPr lang="en-IN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4B946-083D-4FF2-5FAD-3C2ABECE5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1.5 Retrieval Module</a:t>
            </a:r>
          </a:p>
          <a:p>
            <a:r>
              <a:rPr lang="en-IN" dirty="0"/>
              <a:t>Logic: Cosine Similarity Search</a:t>
            </a:r>
          </a:p>
          <a:p>
            <a:r>
              <a:rPr lang="en-IN" dirty="0"/>
              <a:t>Metrics: </a:t>
            </a:r>
            <a:r>
              <a:rPr lang="en-IN" dirty="0" err="1"/>
              <a:t>top_k</a:t>
            </a:r>
            <a:r>
              <a:rPr lang="en-IN" dirty="0"/>
              <a:t> = 5</a:t>
            </a:r>
          </a:p>
          <a:p>
            <a:r>
              <a:rPr lang="en-IN" dirty="0"/>
              <a:t>Fetches relevant context snippets based on user  query vector.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1.6 Query Processing</a:t>
            </a:r>
          </a:p>
          <a:p>
            <a:r>
              <a:rPr lang="en-IN" dirty="0"/>
              <a:t>Logic: Normalization + Intent Detection</a:t>
            </a:r>
          </a:p>
          <a:p>
            <a:r>
              <a:rPr lang="en-IN" dirty="0"/>
              <a:t>Identifies if the query is Billing, API, Security, or  General Support.</a:t>
            </a:r>
          </a:p>
          <a:p>
            <a:pPr marL="0" indent="0">
              <a:buNone/>
            </a:pPr>
            <a:r>
              <a:rPr lang="en-IN" b="1" dirty="0"/>
              <a:t>1.7 Graph Execution</a:t>
            </a:r>
          </a:p>
          <a:p>
            <a:r>
              <a:rPr lang="en-IN" dirty="0"/>
              <a:t>Engine: </a:t>
            </a:r>
            <a:r>
              <a:rPr lang="en-IN" dirty="0" err="1"/>
              <a:t>LangGraph</a:t>
            </a:r>
            <a:endParaRPr lang="en-IN" dirty="0"/>
          </a:p>
          <a:p>
            <a:r>
              <a:rPr lang="en-IN" dirty="0"/>
              <a:t>Manages multi-node execution and persistent state across the conversation lifecycle.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1.8 HITL Module</a:t>
            </a:r>
          </a:p>
          <a:p>
            <a:r>
              <a:rPr lang="en-IN" dirty="0"/>
              <a:t>UI Interface: Agent Dashboard</a:t>
            </a:r>
          </a:p>
          <a:p>
            <a:r>
              <a:rPr lang="en-IN" dirty="0"/>
              <a:t>Intercepts queries with low confidence or sensitive triggers for human validation.</a:t>
            </a:r>
          </a:p>
        </p:txBody>
      </p:sp>
    </p:spTree>
    <p:extLst>
      <p:ext uri="{BB962C8B-B14F-4D97-AF65-F5344CB8AC3E}">
        <p14:creationId xmlns:p14="http://schemas.microsoft.com/office/powerpoint/2010/main" val="3713376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CEBEE-5DDE-9D82-EB61-A2D960BF5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Internal Data Structures</a:t>
            </a:r>
            <a:br>
              <a:rPr lang="en-US" dirty="0"/>
            </a:br>
            <a:r>
              <a:rPr lang="en-US" sz="2000" b="1" dirty="0"/>
              <a:t>Technical Schemas</a:t>
            </a:r>
            <a:endParaRPr lang="en-IN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FBE4-ECA8-CF24-EF23-200725694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05" y="2023180"/>
            <a:ext cx="11029615" cy="4525103"/>
          </a:xfrm>
        </p:spPr>
        <p:txBody>
          <a:bodyPr numCol="2">
            <a:normAutofit fontScale="92500" lnSpcReduction="20000"/>
          </a:bodyPr>
          <a:lstStyle/>
          <a:p>
            <a:r>
              <a:rPr lang="en-IN" b="1" dirty="0"/>
              <a:t>2.1 Document Structure</a:t>
            </a:r>
          </a:p>
          <a:p>
            <a:pPr marL="0" indent="0">
              <a:buNone/>
            </a:pPr>
            <a:r>
              <a:rPr lang="en-IN" dirty="0"/>
              <a:t>	{</a:t>
            </a:r>
            <a:br>
              <a:rPr lang="en-IN" dirty="0"/>
            </a:br>
            <a:r>
              <a:rPr lang="en-IN" dirty="0"/>
              <a:t> 	 "</a:t>
            </a:r>
            <a:r>
              <a:rPr lang="en-IN" dirty="0" err="1"/>
              <a:t>document_id</a:t>
            </a:r>
            <a:r>
              <a:rPr lang="en-IN" dirty="0"/>
              <a:t>": "DOC001",</a:t>
            </a:r>
            <a:br>
              <a:rPr lang="en-IN" dirty="0"/>
            </a:br>
            <a:r>
              <a:rPr lang="en-IN" dirty="0"/>
              <a:t> 	 "title": "</a:t>
            </a:r>
            <a:r>
              <a:rPr lang="en-IN" dirty="0" err="1"/>
              <a:t>CloudNova</a:t>
            </a:r>
            <a:r>
              <a:rPr lang="en-IN" dirty="0"/>
              <a:t> Support Handbook",</a:t>
            </a:r>
            <a:br>
              <a:rPr lang="en-IN" dirty="0"/>
            </a:br>
            <a:r>
              <a:rPr lang="en-IN" dirty="0"/>
              <a:t> 	 "version": "2.2",	</a:t>
            </a:r>
            <a:br>
              <a:rPr lang="en-IN" dirty="0"/>
            </a:br>
            <a:r>
              <a:rPr lang="en-IN" dirty="0"/>
              <a:t> 	 "source": "PDF"</a:t>
            </a:r>
            <a:br>
              <a:rPr lang="en-IN" dirty="0"/>
            </a:br>
            <a:r>
              <a:rPr lang="en-IN" dirty="0"/>
              <a:t>	}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b="1" dirty="0"/>
              <a:t>2.3 Query-Response Schema</a:t>
            </a:r>
          </a:p>
          <a:p>
            <a:pPr marL="0" indent="0">
              <a:buNone/>
            </a:pPr>
            <a:r>
              <a:rPr lang="en-US" dirty="0"/>
              <a:t>	{</a:t>
            </a:r>
            <a:br>
              <a:rPr lang="en-US" dirty="0"/>
            </a:br>
            <a:r>
              <a:rPr lang="en-US" dirty="0"/>
              <a:t> 	 "</a:t>
            </a:r>
            <a:r>
              <a:rPr lang="en-US" dirty="0" err="1"/>
              <a:t>query_id</a:t>
            </a:r>
            <a:r>
              <a:rPr lang="en-US" dirty="0"/>
              <a:t>": "Q001",</a:t>
            </a:r>
            <a:br>
              <a:rPr lang="en-US" dirty="0"/>
            </a:br>
            <a:r>
              <a:rPr lang="en-US" dirty="0"/>
              <a:t> 	 "</a:t>
            </a:r>
            <a:r>
              <a:rPr lang="en-US" dirty="0" err="1"/>
              <a:t>user_query</a:t>
            </a:r>
            <a:r>
              <a:rPr lang="en-US" dirty="0"/>
              <a:t>": "Why is my API throttled?",</a:t>
            </a:r>
            <a:br>
              <a:rPr lang="en-US" dirty="0"/>
            </a:br>
            <a:r>
              <a:rPr lang="en-US" dirty="0"/>
              <a:t> 	 "intent": "API Issue",</a:t>
            </a:r>
            <a:br>
              <a:rPr lang="en-US" dirty="0"/>
            </a:br>
            <a:r>
              <a:rPr lang="en-US" dirty="0"/>
              <a:t> 	 "</a:t>
            </a:r>
            <a:r>
              <a:rPr lang="en-US" dirty="0" err="1"/>
              <a:t>confidence_score</a:t>
            </a:r>
            <a:r>
              <a:rPr lang="en-US" dirty="0"/>
              <a:t>": 0.82,</a:t>
            </a:r>
            <a:br>
              <a:rPr lang="en-US" dirty="0"/>
            </a:br>
            <a:r>
              <a:rPr lang="en-US" dirty="0"/>
              <a:t> 	 "</a:t>
            </a:r>
            <a:r>
              <a:rPr lang="en-US" dirty="0" err="1"/>
              <a:t>response_type</a:t>
            </a:r>
            <a:r>
              <a:rPr lang="en-US" dirty="0"/>
              <a:t>": "Auto Response"</a:t>
            </a:r>
            <a:br>
              <a:rPr lang="en-US" dirty="0"/>
            </a:br>
            <a:r>
              <a:rPr lang="en-US" dirty="0"/>
              <a:t>	}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US" b="1" dirty="0"/>
              <a:t>2.2 Chunk Structure</a:t>
            </a:r>
          </a:p>
          <a:p>
            <a:pPr marL="0" indent="0">
              <a:buNone/>
            </a:pPr>
            <a:r>
              <a:rPr lang="en-US" dirty="0"/>
              <a:t>	{</a:t>
            </a:r>
            <a:br>
              <a:rPr lang="en-US" dirty="0"/>
            </a:br>
            <a:r>
              <a:rPr lang="en-US" dirty="0"/>
              <a:t>  	"</a:t>
            </a:r>
            <a:r>
              <a:rPr lang="en-US" dirty="0" err="1"/>
              <a:t>chunk_id</a:t>
            </a:r>
            <a:r>
              <a:rPr lang="en-US" dirty="0"/>
              <a:t>": "CH001",</a:t>
            </a:r>
            <a:br>
              <a:rPr lang="en-US" dirty="0"/>
            </a:br>
            <a:r>
              <a:rPr lang="en-US" dirty="0"/>
              <a:t>	  "content": "Refunds allowed within 14 days...",</a:t>
            </a:r>
            <a:br>
              <a:rPr lang="en-US" dirty="0"/>
            </a:br>
            <a:r>
              <a:rPr lang="en-US" dirty="0"/>
              <a:t>  	"section": "Billing Policy",</a:t>
            </a:r>
            <a:br>
              <a:rPr lang="en-US" dirty="0"/>
            </a:br>
            <a:r>
              <a:rPr lang="en-US" dirty="0"/>
              <a:t> 	 "</a:t>
            </a:r>
            <a:r>
              <a:rPr lang="en-US" dirty="0" err="1"/>
              <a:t>embedding_id</a:t>
            </a:r>
            <a:r>
              <a:rPr lang="en-US" dirty="0"/>
              <a:t>": "EMB001"</a:t>
            </a:r>
            <a:br>
              <a:rPr lang="en-US" dirty="0"/>
            </a:br>
            <a:r>
              <a:rPr lang="en-US" dirty="0"/>
              <a:t>	}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2.4 </a:t>
            </a:r>
            <a:r>
              <a:rPr lang="en-US" b="1" dirty="0" err="1"/>
              <a:t>LangGraph</a:t>
            </a:r>
            <a:r>
              <a:rPr lang="en-US" b="1" dirty="0"/>
              <a:t> State Object</a:t>
            </a:r>
          </a:p>
          <a:p>
            <a:pPr marL="0" indent="0">
              <a:buNone/>
            </a:pPr>
            <a:r>
              <a:rPr lang="en-US" dirty="0"/>
              <a:t>	{</a:t>
            </a:r>
            <a:br>
              <a:rPr lang="en-US" dirty="0"/>
            </a:br>
            <a:r>
              <a:rPr lang="en-US" dirty="0"/>
              <a:t> 	 "query": "",</a:t>
            </a:r>
            <a:br>
              <a:rPr lang="en-US" dirty="0"/>
            </a:br>
            <a:r>
              <a:rPr lang="en-US" dirty="0"/>
              <a:t> 	 "</a:t>
            </a:r>
            <a:r>
              <a:rPr lang="en-US" dirty="0" err="1"/>
              <a:t>retrieved_context</a:t>
            </a:r>
            <a:r>
              <a:rPr lang="en-US" dirty="0"/>
              <a:t>": [],</a:t>
            </a:r>
            <a:br>
              <a:rPr lang="en-US" dirty="0"/>
            </a:br>
            <a:r>
              <a:rPr lang="en-US" dirty="0"/>
              <a:t>  	"</a:t>
            </a:r>
            <a:r>
              <a:rPr lang="en-US" dirty="0" err="1"/>
              <a:t>generated_response</a:t>
            </a:r>
            <a:r>
              <a:rPr lang="en-US" dirty="0"/>
              <a:t>": "",</a:t>
            </a:r>
            <a:br>
              <a:rPr lang="en-US" dirty="0"/>
            </a:br>
            <a:r>
              <a:rPr lang="en-US" dirty="0"/>
              <a:t>  	"</a:t>
            </a:r>
            <a:r>
              <a:rPr lang="en-US" dirty="0" err="1"/>
              <a:t>confidence_score</a:t>
            </a:r>
            <a:r>
              <a:rPr lang="en-US" dirty="0"/>
              <a:t>": 0.0,</a:t>
            </a:r>
            <a:br>
              <a:rPr lang="en-US" dirty="0"/>
            </a:br>
            <a:r>
              <a:rPr lang="en-US" dirty="0"/>
              <a:t>  	"</a:t>
            </a:r>
            <a:r>
              <a:rPr lang="en-US" dirty="0" err="1"/>
              <a:t>route_decision</a:t>
            </a:r>
            <a:r>
              <a:rPr lang="en-US" dirty="0"/>
              <a:t>": "",</a:t>
            </a:r>
            <a:br>
              <a:rPr lang="en-US" dirty="0"/>
            </a:br>
            <a:r>
              <a:rPr lang="en-US" dirty="0"/>
              <a:t> 	 "</a:t>
            </a:r>
            <a:r>
              <a:rPr lang="en-US" dirty="0" err="1"/>
              <a:t>requires_hitl</a:t>
            </a:r>
            <a:r>
              <a:rPr lang="en-US" dirty="0"/>
              <a:t>": false</a:t>
            </a:r>
            <a:br>
              <a:rPr lang="en-US" dirty="0"/>
            </a:br>
            <a:r>
              <a:rPr lang="en-US" dirty="0"/>
              <a:t>	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1948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CF237-EFF1-9AB0-33CE-E8B25D9BC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Workflow Design (</a:t>
            </a:r>
            <a:r>
              <a:rPr lang="en-US" dirty="0" err="1"/>
              <a:t>LangGraph</a:t>
            </a:r>
            <a:r>
              <a:rPr lang="en-US" dirty="0"/>
              <a:t>)</a:t>
            </a:r>
            <a:br>
              <a:rPr lang="en-US" dirty="0"/>
            </a:br>
            <a:r>
              <a:rPr lang="en-US" sz="2000" b="1" dirty="0"/>
              <a:t>Node &amp; Edge Definitions</a:t>
            </a:r>
            <a:endParaRPr lang="en-IN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12B62-6DEE-83F1-B21E-038E46FC2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Nodes (Execution Steps):</a:t>
            </a:r>
          </a:p>
          <a:p>
            <a:r>
              <a:rPr lang="en-IN" dirty="0"/>
              <a:t>Input Node: Receives customer query and initializes state.</a:t>
            </a:r>
          </a:p>
          <a:p>
            <a:r>
              <a:rPr lang="en-IN" dirty="0"/>
              <a:t>Retrieve Node: Searches </a:t>
            </a:r>
            <a:r>
              <a:rPr lang="en-IN" dirty="0" err="1"/>
              <a:t>ChromaDB</a:t>
            </a:r>
            <a:r>
              <a:rPr lang="en-IN" dirty="0"/>
              <a:t> via semantic similarity.</a:t>
            </a:r>
          </a:p>
          <a:p>
            <a:r>
              <a:rPr lang="en-IN" dirty="0"/>
              <a:t>Generate Node: Context + Query synthesis using LLM.</a:t>
            </a:r>
          </a:p>
          <a:p>
            <a:r>
              <a:rPr lang="en-IN" dirty="0"/>
              <a:t>Confidence Check Node: Validates relevance of the generated draft.</a:t>
            </a:r>
          </a:p>
          <a:p>
            <a:r>
              <a:rPr lang="en-IN" dirty="0"/>
              <a:t>HITL Node: Human review node (manual trigger/low score).</a:t>
            </a:r>
          </a:p>
          <a:p>
            <a:r>
              <a:rPr lang="en-IN" dirty="0"/>
              <a:t>Output Node: Transmits final state to the client interface.</a:t>
            </a:r>
          </a:p>
          <a:p>
            <a:pPr marL="0" indent="0">
              <a:buNone/>
            </a:pPr>
            <a:r>
              <a:rPr lang="en-IN" b="1" dirty="0"/>
              <a:t>Workflow Transition: Generate -&gt; Confidence Check -&gt; [If 0.65 - 0.85] -&gt; HITL -&gt; Output Node</a:t>
            </a:r>
          </a:p>
        </p:txBody>
      </p:sp>
    </p:spTree>
    <p:extLst>
      <p:ext uri="{BB962C8B-B14F-4D97-AF65-F5344CB8AC3E}">
        <p14:creationId xmlns:p14="http://schemas.microsoft.com/office/powerpoint/2010/main" val="604800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08FD-97F2-3883-8580-D28C4CBF4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Conditional Routing Logic</a:t>
            </a:r>
            <a:br>
              <a:rPr lang="en-US" dirty="0"/>
            </a:br>
            <a:r>
              <a:rPr lang="en-US" sz="2000" b="1" dirty="0"/>
              <a:t>Decision Thresholds</a:t>
            </a:r>
            <a:endParaRPr lang="en-IN" sz="20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CAF4E9-5E42-8026-EFF7-B6E9B85A14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1911561"/>
            <a:ext cx="11029616" cy="323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499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51AEB-4731-9CA4-9C7B-0BC405E2B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HITL Design</a:t>
            </a:r>
            <a:br>
              <a:rPr lang="en-US" dirty="0"/>
            </a:br>
            <a:r>
              <a:rPr lang="en-US" sz="2000" b="1" dirty="0"/>
              <a:t>Human-in-the-Loop Operations</a:t>
            </a:r>
            <a:endParaRPr lang="en-IN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BF27B-188F-C9A5-BA4C-0B0DFD808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pPr marL="0" indent="0">
              <a:buNone/>
            </a:pPr>
            <a:r>
              <a:rPr lang="en-IN" dirty="0"/>
              <a:t>      </a:t>
            </a:r>
            <a:r>
              <a:rPr lang="en-IN" b="1" dirty="0"/>
              <a:t>Escalation Scenarios</a:t>
            </a:r>
          </a:p>
          <a:p>
            <a:r>
              <a:rPr lang="en-IN" dirty="0"/>
              <a:t>No Context Found in DB</a:t>
            </a:r>
          </a:p>
          <a:p>
            <a:r>
              <a:rPr lang="en-IN" dirty="0"/>
              <a:t>Payment Disputes &gt; $500</a:t>
            </a:r>
          </a:p>
          <a:p>
            <a:r>
              <a:rPr lang="en-IN" dirty="0"/>
              <a:t>Enterprise SLA Complaints</a:t>
            </a:r>
          </a:p>
          <a:p>
            <a:r>
              <a:rPr lang="en-IN" dirty="0"/>
              <a:t>Suspicious Login Events</a:t>
            </a:r>
          </a:p>
          <a:p>
            <a:r>
              <a:rPr lang="en-IN" dirty="0"/>
              <a:t>Out-of-Scope (External Integrations)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</a:t>
            </a:r>
            <a:r>
              <a:rPr lang="en-IN" b="1" dirty="0"/>
              <a:t> Human Agent Workflow</a:t>
            </a:r>
          </a:p>
          <a:p>
            <a:pPr marL="0" indent="0">
              <a:buNone/>
            </a:pPr>
            <a:r>
              <a:rPr lang="en-IN" dirty="0"/>
              <a:t>The system enters a "Waiting" state for:</a:t>
            </a:r>
          </a:p>
          <a:p>
            <a:r>
              <a:rPr lang="en-IN" dirty="0"/>
              <a:t>Approve: Forward AI draft.</a:t>
            </a:r>
          </a:p>
          <a:p>
            <a:r>
              <a:rPr lang="en-IN" dirty="0"/>
              <a:t>Edit: Refine tone or technicalities.</a:t>
            </a:r>
          </a:p>
          <a:p>
            <a:r>
              <a:rPr lang="en-IN" dirty="0"/>
              <a:t>Override: Discard AI output for custom help.</a:t>
            </a:r>
          </a:p>
        </p:txBody>
      </p:sp>
    </p:spTree>
    <p:extLst>
      <p:ext uri="{BB962C8B-B14F-4D97-AF65-F5344CB8AC3E}">
        <p14:creationId xmlns:p14="http://schemas.microsoft.com/office/powerpoint/2010/main" val="4178666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6A28C-F972-7A42-4625-6526108DC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Interface Design &amp; Final State</a:t>
            </a:r>
            <a:br>
              <a:rPr lang="en-US" dirty="0"/>
            </a:br>
            <a:r>
              <a:rPr lang="en-US" sz="2000" b="1" dirty="0"/>
              <a:t>API Lifecycle &amp; Output Node Metadata</a:t>
            </a:r>
            <a:endParaRPr lang="en-IN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E7A30-3D62-A4F6-B9D5-40755F4E7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534" y="2010697"/>
            <a:ext cx="11029615" cy="4847303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Input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"</a:t>
            </a:r>
            <a:r>
              <a:rPr lang="en-US" dirty="0" err="1"/>
              <a:t>user_id</a:t>
            </a:r>
            <a:r>
              <a:rPr lang="en-US" dirty="0"/>
              <a:t>": "U123",</a:t>
            </a:r>
          </a:p>
          <a:p>
            <a:pPr marL="0" indent="0">
              <a:buNone/>
            </a:pPr>
            <a:r>
              <a:rPr lang="en-US" dirty="0"/>
              <a:t>	"</a:t>
            </a:r>
            <a:r>
              <a:rPr lang="en-US" dirty="0" err="1"/>
              <a:t>user_query</a:t>
            </a:r>
            <a:r>
              <a:rPr lang="en-US" dirty="0"/>
              <a:t>": “How do I reset </a:t>
            </a:r>
            <a:r>
              <a:rPr lang="en-US"/>
              <a:t>my password?"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}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Output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"status": "Resolved",</a:t>
            </a:r>
          </a:p>
          <a:p>
            <a:pPr marL="0" indent="0">
              <a:buNone/>
            </a:pPr>
            <a:r>
              <a:rPr lang="en-US" dirty="0"/>
              <a:t>	"</a:t>
            </a:r>
            <a:r>
              <a:rPr lang="en-US" dirty="0" err="1"/>
              <a:t>response_type</a:t>
            </a:r>
            <a:r>
              <a:rPr lang="en-US" dirty="0"/>
              <a:t>": "Agent Approved",</a:t>
            </a:r>
          </a:p>
          <a:p>
            <a:pPr marL="0" indent="0">
              <a:buNone/>
            </a:pPr>
            <a:r>
              <a:rPr lang="en-US" dirty="0"/>
              <a:t>	"</a:t>
            </a:r>
            <a:r>
              <a:rPr lang="en-US" dirty="0" err="1"/>
              <a:t>final_response</a:t>
            </a:r>
            <a:r>
              <a:rPr lang="en-US" dirty="0"/>
              <a:t>": "Refund cannot be...",</a:t>
            </a:r>
          </a:p>
          <a:p>
            <a:pPr marL="0" indent="0">
              <a:buNone/>
            </a:pPr>
            <a:r>
              <a:rPr lang="en-US" dirty="0"/>
              <a:t>	"confidence": 0.78</a:t>
            </a:r>
          </a:p>
          <a:p>
            <a:pPr marL="0" indent="0">
              <a:buNone/>
            </a:pPr>
            <a:r>
              <a:rPr lang="en-US" dirty="0"/>
              <a:t>	}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4279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5FC5-92D3-E73C-8F94-95587AF9B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7. Error Handling &amp; Fallbacks</a:t>
            </a:r>
            <a:br>
              <a:rPr lang="sv-SE" dirty="0"/>
            </a:br>
            <a:r>
              <a:rPr lang="sv-SE" sz="2000" b="1" dirty="0"/>
              <a:t>System Resilience</a:t>
            </a:r>
            <a:endParaRPr lang="en-IN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67344-8263-C4B3-DB94-EDA8BF044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Context Fallback: If </a:t>
            </a:r>
            <a:r>
              <a:rPr lang="en-US" dirty="0" err="1"/>
              <a:t>ChromaDB</a:t>
            </a:r>
            <a:r>
              <a:rPr lang="en-US" dirty="0"/>
              <a:t> similarity score is &lt; 0.3, the system marks the state as "No Context Found" and triggers the HITL Node.</a:t>
            </a:r>
          </a:p>
          <a:p>
            <a:r>
              <a:rPr lang="en-US" dirty="0"/>
              <a:t>DB Connection Error: System uses a cached 'Emergency Support' text block and notifies the human team.</a:t>
            </a:r>
          </a:p>
          <a:p>
            <a:r>
              <a:rPr lang="en-US" dirty="0"/>
              <a:t>Generation Timeout: LLM calls use exponential backoff; if persistent, the query is pushed to the manual queue.</a:t>
            </a:r>
          </a:p>
          <a:p>
            <a:r>
              <a:rPr lang="en-US" dirty="0"/>
              <a:t>State Recovery: Checkpointing ensures that if a graph execution crashes, it can be resumed at the last completed </a:t>
            </a:r>
            <a:r>
              <a:rPr lang="en-US"/>
              <a:t>node.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99224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{79AA5586-0F59-4675-B6F1-5D69BCDDC1D3}TF319cfb39-eeba-4af5-a5a2-03d53d0375160e3309b2-0adf682d390f</Template>
  <TotalTime>123</TotalTime>
  <Words>809</Words>
  <Application>Microsoft Office PowerPoint</Application>
  <PresentationFormat>Widescreen</PresentationFormat>
  <Paragraphs>92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Gill Sans MT</vt:lpstr>
      <vt:lpstr>Wingdings 2</vt:lpstr>
      <vt:lpstr>Dividend</vt:lpstr>
      <vt:lpstr>Low-Level Design (LLD) Specification</vt:lpstr>
      <vt:lpstr>1. Module-Level Design Data Ingestion Pipeline</vt:lpstr>
      <vt:lpstr>1. Module-Level Design Query &amp; Execution Engine</vt:lpstr>
      <vt:lpstr>2. Internal Data Structures Technical Schemas</vt:lpstr>
      <vt:lpstr>3. Workflow Design (LangGraph) Node &amp; Edge Definitions</vt:lpstr>
      <vt:lpstr>4. Conditional Routing Logic Decision Thresholds</vt:lpstr>
      <vt:lpstr>5. HITL Design Human-in-the-Loop Operations</vt:lpstr>
      <vt:lpstr>6. Interface Design &amp; Final State API Lifecycle &amp; Output Node Metadata</vt:lpstr>
      <vt:lpstr>7. Error Handling &amp; Fallbacks System Resilience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Akshatha V</dc:creator>
  <cp:lastModifiedBy>Akshatha V</cp:lastModifiedBy>
  <cp:revision>1</cp:revision>
  <dcterms:created xsi:type="dcterms:W3CDTF">2026-04-22T11:38:57Z</dcterms:created>
  <dcterms:modified xsi:type="dcterms:W3CDTF">2026-04-22T18:10:46Z</dcterms:modified>
</cp:coreProperties>
</file>